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560320"/>
            <a:ext cx="3931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159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Greedy Job Sequencing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400"/>
              </a:spcAft>
              <a:defRPr sz="3000" b="0">
                <a:solidFill>
                  <a:srgbClr val="2E86AB"/>
                </a:solidFill>
              </a:defRPr>
            </a:pPr>
            <a:r>
              <a:t>with Deadlines and Profits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0">
                <a:solidFill>
                  <a:srgbClr val="555555"/>
                </a:solidFill>
              </a:defRPr>
            </a:pPr>
            <a:r>
              <a:t>Design and Analysis of Algorithms — DAA-538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555555"/>
                </a:solidFill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Job Sequencing is a classic optimization problem in computer science and operations research.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We are given n jobs, each with a deadline and a profit. The goal is to maximize total profit.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Each job takes exactly one unit of time, and only one job can run at a time.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A job earns its profit only if it completes on or before its deadline.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The Greedy approach sorts jobs by profit (descending) and assigns each to the latest available slot.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This greedy choice is provably optimal — it always yields the maximum possible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Given:  A set of n jobs, where each job Jᵢ has: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A unique Job ID (e.g., J1, J2, …)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A Deadline dᵢ (positive integer) — the latest time unit by which the job must finish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A Profit pᵢ (non-negative) — the reward earned if the job is completed on time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Constraints: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Each job takes exactly 1 unit of time to execute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Only one job can be processed in each time slot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Time slots are numbered 1, 2, …, max(dᵢ)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Objective:  Find a schedule S ⊆ {J1, …, Jn} that maximizes  Σ pᵢ  for all Jᵢ ∈ S,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such that each scheduled job finishes within its deadline and no two jobs share a slot.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Greedy Algorithm — Logic &amp;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Sort all jobs by profit in descending order.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Determine max deadline → number of time slots.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For each job (highest profit first):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    Find the latest empty slot ≤ its deadline.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    If found → schedule the job there.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    If not → reject the job.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Sum profits of all scheduled jobs.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280160"/>
            <a:ext cx="576072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GREEDY-JOB-SEQUENCING(Jobs)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Sort Jobs by profit (descending)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max_d ← max deadline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Slots[1..max_d] ← EMPTY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FOR each job J in sorted Jobs: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FOR s ← min(J.deadline, max_d) DOWNTO 1: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IF Slots[s] == EMPTY: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  Slots[s] ← J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  scheduled ← scheduled ∪ {J}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  BREAK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IF J not placed: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rejected ← rejected ∪ {J}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profit ← Σ p for all J in scheduled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RETURN scheduled, rejected,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Flowchart</a:t>
            </a:r>
          </a:p>
        </p:txBody>
      </p:sp>
      <p:pic>
        <p:nvPicPr>
          <p:cNvPr id="3" name="Picture 2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88720"/>
            <a:ext cx="4572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Sample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555555"/>
                </a:solidFill>
              </a:defRPr>
            </a:pPr>
            <a:r>
              <a:t>Five jobs with their deadlines and profits: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92024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Job ID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2E86AB"/>
                </a:solidFill>
              </a:defRPr>
            </a:pPr>
            <a:r>
              <a:t>After sorting by profit (descending):  J1 (100) → J3 (27) → J4 (25) → J2 (19) → J5 (15)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9202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1: J1 → Slot 2 ✓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2: J3 → Slot 1 ✓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3: J4 → Rejected ✗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4: J2 → Rejected ✗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5: J5 → Slot 3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Results &amp; 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1A1A2E"/>
                </a:solidFill>
              </a:defRPr>
            </a:pPr>
            <a:r>
              <a:t>Optimal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Slot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Job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840480"/>
            <a:ext cx="41148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★  Maximum Total Profit:  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C0392B"/>
                </a:solidFill>
              </a:defRPr>
            </a:pPr>
            <a:r>
              <a:t>Rejected Jobs:  J4, J2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1A1A2E"/>
                </a:solidFill>
              </a:defRPr>
            </a:pPr>
            <a:r>
              <a:t>Time &amp; Space Complexity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Sorting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log n)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× 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Overall Time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× d)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+ 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206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n = number of jobs,  d = maximum deadline.</a:t>
            </a:r>
          </a:p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Can be optimized to O(n log n) using Union-Find.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Conclusion &amp;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Greedy Strategy — Learned that choosing the highest-profit job first and assigning it to the latest available slot yields a provably optimal solution.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Scheduling Fundamentals — Understood how to model real-world scheduling constraints (deadlines, limited time slots) as an algorithmic problem.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Slot-Based Assignment — Practiced assigning tasks to the latest feasible slot, preserving flexibility for subsequent jobs.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Complexity Awareness — Analyzed O(n × d) time and O(d) space, and learned about Union-Find optimization to achieve near-linear time.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Input Validation — Implemented robust checks for invalid data (negative deadlines, non-numeric profits, empty inputs).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Verified Correctness — Confirmed the algorithm produces the expected optimal profit of 142 for the given five-job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Design and Analysis of Algorithms — DAA-538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